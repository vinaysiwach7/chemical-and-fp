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0" roundtripDataSignature="AMtx7mjehZfORs5u8K27aBDqewmG3EDE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2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36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28.png"/><Relationship Id="rId13" Type="http://schemas.openxmlformats.org/officeDocument/2006/relationships/image" Target="../media/image16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4.png"/><Relationship Id="rId15" Type="http://schemas.openxmlformats.org/officeDocument/2006/relationships/image" Target="../media/image21.png"/><Relationship Id="rId14" Type="http://schemas.openxmlformats.org/officeDocument/2006/relationships/image" Target="../media/image39.png"/><Relationship Id="rId16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38.png"/><Relationship Id="rId8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27.png"/><Relationship Id="rId13" Type="http://schemas.openxmlformats.org/officeDocument/2006/relationships/image" Target="../media/image37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44.png"/><Relationship Id="rId1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31.png"/><Relationship Id="rId9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3642" y="2421335"/>
            <a:ext cx="1769708" cy="684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5981" y="1125816"/>
            <a:ext cx="3377962" cy="24630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/>
          <p:nvPr/>
        </p:nvSpPr>
        <p:spPr>
          <a:xfrm>
            <a:off x="5811565" y="-3056"/>
            <a:ext cx="41786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Stoke’s 1</a:t>
            </a:r>
            <a:r>
              <a:rPr baseline="30000" lang="en-US" sz="20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20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Flat-Plate being pulled with </a:t>
            </a:r>
            <a:endParaRPr sz="2000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Velocity </a:t>
            </a:r>
            <a:endParaRPr/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9696" y="4067658"/>
            <a:ext cx="1216819" cy="340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5258" y="3588914"/>
            <a:ext cx="2481294" cy="348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8104" y="2338502"/>
            <a:ext cx="1386317" cy="2882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2"/>
          <p:cNvCxnSpPr/>
          <p:nvPr/>
        </p:nvCxnSpPr>
        <p:spPr>
          <a:xfrm>
            <a:off x="9357371" y="3372359"/>
            <a:ext cx="945573" cy="0"/>
          </a:xfrm>
          <a:prstGeom prst="straightConnector1">
            <a:avLst/>
          </a:prstGeom>
          <a:noFill/>
          <a:ln cap="flat" cmpd="sng" w="349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91" name="Google Shape;9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60709" y="3029588"/>
            <a:ext cx="578324" cy="315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44385" y="4798756"/>
            <a:ext cx="8258175" cy="115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2"/>
          <p:cNvCxnSpPr/>
          <p:nvPr/>
        </p:nvCxnSpPr>
        <p:spPr>
          <a:xfrm flipH="1" rot="10800000">
            <a:off x="2687384" y="5179755"/>
            <a:ext cx="6858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4" name="Google Shape;94;p2"/>
          <p:cNvCxnSpPr/>
          <p:nvPr/>
        </p:nvCxnSpPr>
        <p:spPr>
          <a:xfrm flipH="1" rot="10800000">
            <a:off x="3601784" y="5179755"/>
            <a:ext cx="6858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5" name="Google Shape;95;p2"/>
          <p:cNvCxnSpPr/>
          <p:nvPr/>
        </p:nvCxnSpPr>
        <p:spPr>
          <a:xfrm flipH="1" rot="10800000">
            <a:off x="4592384" y="5179755"/>
            <a:ext cx="6858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6" name="Google Shape;96;p2"/>
          <p:cNvCxnSpPr/>
          <p:nvPr/>
        </p:nvCxnSpPr>
        <p:spPr>
          <a:xfrm flipH="1" rot="10800000">
            <a:off x="6802184" y="5179755"/>
            <a:ext cx="6858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7" name="Google Shape;97;p2"/>
          <p:cNvCxnSpPr/>
          <p:nvPr/>
        </p:nvCxnSpPr>
        <p:spPr>
          <a:xfrm flipH="1" rot="10800000">
            <a:off x="8402384" y="5179755"/>
            <a:ext cx="6858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8" name="Google Shape;98;p2"/>
          <p:cNvCxnSpPr/>
          <p:nvPr/>
        </p:nvCxnSpPr>
        <p:spPr>
          <a:xfrm flipH="1" rot="10800000">
            <a:off x="9164384" y="5179755"/>
            <a:ext cx="6858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99" name="Google Shape;99;p2"/>
          <p:cNvSpPr txBox="1"/>
          <p:nvPr/>
        </p:nvSpPr>
        <p:spPr>
          <a:xfrm>
            <a:off x="2461306" y="5875735"/>
            <a:ext cx="9236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716734" y="5951935"/>
            <a:ext cx="9236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945184" y="5955291"/>
            <a:ext cx="130195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infinite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both directions</a:t>
            </a:r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0385" y="6009328"/>
            <a:ext cx="1216819" cy="340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5506784" y="5951935"/>
            <a:ext cx="10166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Velocity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driven flow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 flipH="1" rot="10800000">
            <a:off x="5673471" y="5206583"/>
            <a:ext cx="6858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id="105" name="Google Shape;105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69314" y="1082765"/>
            <a:ext cx="1860947" cy="753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 rot="5400000">
            <a:off x="5084372" y="1968606"/>
            <a:ext cx="533400" cy="30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4785023" y="2870744"/>
            <a:ext cx="1067921" cy="1023022"/>
            <a:chOff x="4917088" y="1290572"/>
            <a:chExt cx="1067921" cy="1023022"/>
          </a:xfrm>
        </p:grpSpPr>
        <p:sp>
          <p:nvSpPr>
            <p:cNvPr id="108" name="Google Shape;108;p2"/>
            <p:cNvSpPr txBox="1"/>
            <p:nvPr/>
          </p:nvSpPr>
          <p:spPr>
            <a:xfrm>
              <a:off x="4917088" y="1790374"/>
              <a:ext cx="10679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Momentum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Diffusivity</a:t>
              </a:r>
              <a:endParaRPr/>
            </a:p>
          </p:txBody>
        </p:sp>
        <p:cxnSp>
          <p:nvCxnSpPr>
            <p:cNvPr id="109" name="Google Shape;109;p2"/>
            <p:cNvCxnSpPr/>
            <p:nvPr/>
          </p:nvCxnSpPr>
          <p:spPr>
            <a:xfrm>
              <a:off x="5423897" y="1290572"/>
              <a:ext cx="0" cy="419727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</p:grpSp>
      <p:sp>
        <p:nvSpPr>
          <p:cNvPr id="110" name="Google Shape;110;p2"/>
          <p:cNvSpPr/>
          <p:nvPr/>
        </p:nvSpPr>
        <p:spPr>
          <a:xfrm>
            <a:off x="548079" y="4408368"/>
            <a:ext cx="10438369" cy="23674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4301" y="4507742"/>
            <a:ext cx="1719758" cy="664780"/>
          </a:xfrm>
          <a:prstGeom prst="rect">
            <a:avLst/>
          </a:prstGeom>
          <a:noFill/>
          <a:ln cap="flat" cmpd="sng" w="254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78559" y="980300"/>
            <a:ext cx="2660363" cy="31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10562" y="4029932"/>
            <a:ext cx="2375034" cy="2539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170" y="5134627"/>
            <a:ext cx="3706705" cy="154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246" y="3833336"/>
            <a:ext cx="4393826" cy="128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9" y="5567558"/>
            <a:ext cx="4802780" cy="92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644" y="1707279"/>
            <a:ext cx="1860947" cy="7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0005" y="1692015"/>
            <a:ext cx="1520742" cy="675061"/>
          </a:xfrm>
          <a:prstGeom prst="rect">
            <a:avLst/>
          </a:prstGeom>
          <a:noFill/>
          <a:ln cap="flat" cmpd="sng" w="19050">
            <a:solidFill>
              <a:srgbClr val="0000CC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23" name="Google Shape;123;p3"/>
          <p:cNvSpPr/>
          <p:nvPr/>
        </p:nvSpPr>
        <p:spPr>
          <a:xfrm>
            <a:off x="2758962" y="1931499"/>
            <a:ext cx="533400" cy="30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6512" y="2742083"/>
            <a:ext cx="2706460" cy="60786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3632073" y="4646438"/>
            <a:ext cx="533400" cy="30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8948" y="4484607"/>
            <a:ext cx="1834822" cy="67558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5029990" y="4254055"/>
            <a:ext cx="1371600" cy="9906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3079172" y="3604232"/>
            <a:ext cx="1371600" cy="9906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7231" y="2715615"/>
            <a:ext cx="3060229" cy="592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42840" y="1638769"/>
            <a:ext cx="3396636" cy="76461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5122352" y="1878770"/>
            <a:ext cx="533400" cy="30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71569" y="1512051"/>
            <a:ext cx="1846310" cy="1178190"/>
          </a:xfrm>
          <a:prstGeom prst="rect">
            <a:avLst/>
          </a:prstGeom>
          <a:noFill/>
          <a:ln cap="flat" cmpd="sng" w="12700">
            <a:solidFill>
              <a:srgbClr val="0000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" name="Google Shape;133;p3"/>
          <p:cNvSpPr/>
          <p:nvPr/>
        </p:nvSpPr>
        <p:spPr>
          <a:xfrm>
            <a:off x="9238822" y="1948746"/>
            <a:ext cx="533400" cy="304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931820" y="4764717"/>
            <a:ext cx="17683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Momentum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Diffusion length scale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08336" y="3267609"/>
            <a:ext cx="3926466" cy="700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27831" y="4241874"/>
            <a:ext cx="2887476" cy="40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70572" y="5287937"/>
            <a:ext cx="1800225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/>
          <p:nvPr/>
        </p:nvSpPr>
        <p:spPr>
          <a:xfrm>
            <a:off x="10072987" y="5257845"/>
            <a:ext cx="1537777" cy="59230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66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7107743" y="4848878"/>
            <a:ext cx="22252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of magnitude analysis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74556" y="-7260"/>
            <a:ext cx="1539225" cy="1646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26" y="446768"/>
            <a:ext cx="1923617" cy="73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8291" y="2684530"/>
            <a:ext cx="2486025" cy="866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4"/>
          <p:cNvGrpSpPr/>
          <p:nvPr/>
        </p:nvGrpSpPr>
        <p:grpSpPr>
          <a:xfrm>
            <a:off x="8535349" y="1532377"/>
            <a:ext cx="3656651" cy="1033950"/>
            <a:chOff x="3337213" y="1570736"/>
            <a:chExt cx="3745490" cy="1130817"/>
          </a:xfrm>
        </p:grpSpPr>
        <p:pic>
          <p:nvPicPr>
            <p:cNvPr id="148" name="Google Shape;148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82253" y="1570736"/>
              <a:ext cx="360045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4"/>
            <p:cNvSpPr txBox="1"/>
            <p:nvPr/>
          </p:nvSpPr>
          <p:spPr>
            <a:xfrm>
              <a:off x="4703249" y="2178333"/>
              <a:ext cx="9380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Boundary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condition</a:t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3337213" y="2138582"/>
              <a:ext cx="86273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condition</a:t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51" name="Google Shape;15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6128" y="4268002"/>
            <a:ext cx="47815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6889" y="1552528"/>
            <a:ext cx="53530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4153" y="3392028"/>
            <a:ext cx="70580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4153" y="5480195"/>
            <a:ext cx="4733925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37003" y="5518998"/>
            <a:ext cx="303847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28710" y="5468213"/>
            <a:ext cx="34290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47985" y="3782934"/>
            <a:ext cx="1609725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/>
          <p:nvPr/>
        </p:nvSpPr>
        <p:spPr>
          <a:xfrm>
            <a:off x="3657636" y="1532377"/>
            <a:ext cx="1986815" cy="1317116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8369257" y="13646"/>
            <a:ext cx="0" cy="499900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0" name="Google Shape;16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69765" y="524801"/>
            <a:ext cx="976313" cy="96363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/>
          <p:nvPr/>
        </p:nvSpPr>
        <p:spPr>
          <a:xfrm>
            <a:off x="1937980" y="1482176"/>
            <a:ext cx="1446663" cy="15811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47902" y="1577712"/>
            <a:ext cx="148590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1376" y="145356"/>
            <a:ext cx="72866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714" y="1767251"/>
            <a:ext cx="485775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091" y="3590710"/>
            <a:ext cx="3543300" cy="904875"/>
          </a:xfrm>
          <a:prstGeom prst="rect">
            <a:avLst/>
          </a:prstGeom>
          <a:noFill/>
          <a:ln cap="flat" cmpd="sng" w="25400">
            <a:solidFill>
              <a:srgbClr val="7F6000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170" name="Google Shape;170;p5"/>
          <p:cNvGrpSpPr/>
          <p:nvPr/>
        </p:nvGrpSpPr>
        <p:grpSpPr>
          <a:xfrm>
            <a:off x="373636" y="5356592"/>
            <a:ext cx="5350121" cy="1156417"/>
            <a:chOff x="373636" y="5356592"/>
            <a:chExt cx="5350121" cy="1156417"/>
          </a:xfrm>
        </p:grpSpPr>
        <p:pic>
          <p:nvPicPr>
            <p:cNvPr id="171" name="Google Shape;171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3636" y="5356592"/>
              <a:ext cx="2112890" cy="8552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063394" y="6164077"/>
              <a:ext cx="2481294" cy="348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090690" y="5356592"/>
              <a:ext cx="1386317" cy="2882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63394" y="5724009"/>
              <a:ext cx="2660363" cy="316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2018-10-10T06:25:28Z</dcterms:created>
  <dc:creator>Manish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0x010100A626531CA6B29D498611FF44E4B9A516</vt:lpwstr>
  </property>
</Properties>
</file>