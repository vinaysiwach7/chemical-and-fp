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7102475" cy="9037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9" roundtripDataSignature="AMtx7midMBta5AZiNMbYjQM8Rqn/94T3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677800"/>
            <a:ext cx="4735200" cy="338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292850"/>
            <a:ext cx="5681975" cy="4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10225" y="4292850"/>
            <a:ext cx="5681975" cy="40669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83975" y="677800"/>
            <a:ext cx="4735200" cy="338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710225" y="4292850"/>
            <a:ext cx="5681975" cy="40669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83975" y="677800"/>
            <a:ext cx="4735200" cy="338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710225" y="4292850"/>
            <a:ext cx="5681975" cy="40669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83975" y="677800"/>
            <a:ext cx="4735200" cy="3389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png"/><Relationship Id="rId11" Type="http://schemas.openxmlformats.org/officeDocument/2006/relationships/image" Target="../media/image15.png"/><Relationship Id="rId22" Type="http://schemas.openxmlformats.org/officeDocument/2006/relationships/image" Target="../media/image29.png"/><Relationship Id="rId10" Type="http://schemas.openxmlformats.org/officeDocument/2006/relationships/image" Target="../media/image2.png"/><Relationship Id="rId21" Type="http://schemas.openxmlformats.org/officeDocument/2006/relationships/image" Target="../media/image12.png"/><Relationship Id="rId13" Type="http://schemas.openxmlformats.org/officeDocument/2006/relationships/image" Target="../media/image1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Relationship Id="rId15" Type="http://schemas.openxmlformats.org/officeDocument/2006/relationships/image" Target="../media/image31.png"/><Relationship Id="rId14" Type="http://schemas.openxmlformats.org/officeDocument/2006/relationships/image" Target="../media/image6.png"/><Relationship Id="rId17" Type="http://schemas.openxmlformats.org/officeDocument/2006/relationships/image" Target="../media/image22.png"/><Relationship Id="rId16" Type="http://schemas.openxmlformats.org/officeDocument/2006/relationships/image" Target="../media/image11.png"/><Relationship Id="rId5" Type="http://schemas.openxmlformats.org/officeDocument/2006/relationships/image" Target="../media/image7.png"/><Relationship Id="rId19" Type="http://schemas.openxmlformats.org/officeDocument/2006/relationships/image" Target="../media/image20.png"/><Relationship Id="rId6" Type="http://schemas.openxmlformats.org/officeDocument/2006/relationships/image" Target="../media/image9.png"/><Relationship Id="rId18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30.png"/><Relationship Id="rId13" Type="http://schemas.openxmlformats.org/officeDocument/2006/relationships/image" Target="../media/image28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35" y="434803"/>
            <a:ext cx="7828983" cy="409242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04621" y="101308"/>
            <a:ext cx="1242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endParaRPr sz="18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0972" y="1558849"/>
            <a:ext cx="2779518" cy="3682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219" y="536955"/>
            <a:ext cx="1974801" cy="814173"/>
          </a:xfrm>
          <a:prstGeom prst="rect">
            <a:avLst/>
          </a:prstGeom>
          <a:noFill/>
          <a:ln cap="flat" cmpd="sng" w="254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7810" y="1534944"/>
            <a:ext cx="1625621" cy="64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5536" y="581872"/>
            <a:ext cx="1278482" cy="681857"/>
          </a:xfrm>
          <a:prstGeom prst="rect">
            <a:avLst/>
          </a:prstGeom>
          <a:noFill/>
          <a:ln cap="flat" cmpd="sng" w="254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3079" y="1453147"/>
            <a:ext cx="1003395" cy="566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"/>
          <p:cNvGrpSpPr/>
          <p:nvPr/>
        </p:nvGrpSpPr>
        <p:grpSpPr>
          <a:xfrm>
            <a:off x="7105151" y="2362129"/>
            <a:ext cx="2857252" cy="2574583"/>
            <a:chOff x="7262778" y="2232916"/>
            <a:chExt cx="3138057" cy="2865688"/>
          </a:xfrm>
        </p:grpSpPr>
        <p:pic>
          <p:nvPicPr>
            <p:cNvPr id="96" name="Google Shape;96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62778" y="2429438"/>
              <a:ext cx="3138057" cy="2288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43583" y="4783433"/>
              <a:ext cx="2426818" cy="3151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29935" y="2232916"/>
              <a:ext cx="2557206" cy="289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070374" y="3644375"/>
              <a:ext cx="1373235" cy="30516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" name="Google Shape;100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2742" y="4060517"/>
            <a:ext cx="2042398" cy="734617"/>
          </a:xfrm>
          <a:prstGeom prst="rect">
            <a:avLst/>
          </a:prstGeom>
          <a:noFill/>
          <a:ln cap="flat" cmpd="sng" w="254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101" name="Google Shape;101;p2"/>
          <p:cNvCxnSpPr/>
          <p:nvPr/>
        </p:nvCxnSpPr>
        <p:spPr>
          <a:xfrm>
            <a:off x="8779541" y="4404749"/>
            <a:ext cx="945573" cy="0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02" name="Google Shape;102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1494" y="2198470"/>
            <a:ext cx="4949701" cy="24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93079" y="4060517"/>
            <a:ext cx="20574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2474" y="4666546"/>
            <a:ext cx="3048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0574" y="2191098"/>
            <a:ext cx="3106963" cy="379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2564055" y="1453147"/>
            <a:ext cx="1600566" cy="52758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428153" y="4666546"/>
            <a:ext cx="821059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6666" l="-592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164621" y="1426739"/>
            <a:ext cx="1084591" cy="61901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020707" y="2293947"/>
            <a:ext cx="888064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10868" l="-62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332776" y="397206"/>
            <a:ext cx="1314527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36572" y="5547648"/>
            <a:ext cx="4793717" cy="595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60835" y="5498613"/>
            <a:ext cx="5550879" cy="693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0859" y="1223961"/>
            <a:ext cx="38671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0859" y="2359230"/>
            <a:ext cx="5261141" cy="769923"/>
          </a:xfrm>
          <a:prstGeom prst="rect">
            <a:avLst/>
          </a:prstGeom>
          <a:noFill/>
          <a:ln cap="flat" cmpd="sng" w="12700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8742" y="3693208"/>
            <a:ext cx="2042398" cy="734617"/>
          </a:xfrm>
          <a:prstGeom prst="rect">
            <a:avLst/>
          </a:prstGeom>
          <a:noFill/>
          <a:ln cap="flat" cmpd="sng" w="254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8381" y="3543300"/>
            <a:ext cx="2562225" cy="857250"/>
          </a:xfrm>
          <a:prstGeom prst="rect">
            <a:avLst/>
          </a:prstGeom>
          <a:noFill/>
          <a:ln cap="flat" cmpd="sng" w="25400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6862" y="4633913"/>
            <a:ext cx="30003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6061" y="2290381"/>
            <a:ext cx="6526198" cy="83142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6061" y="5743611"/>
            <a:ext cx="1157288" cy="837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4610100" y="5010150"/>
            <a:ext cx="16690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45 min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322010" y="5020602"/>
            <a:ext cx="2639045" cy="57605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808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3684664" y="5961543"/>
            <a:ext cx="864679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*As our duration of observation is very less as compared to      , hence our observation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time can be safely considered as early times, hence domain can be treated as semi-infinite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domain, hence error function solution is valid.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76061" y="1714993"/>
            <a:ext cx="820005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588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57361" y="952498"/>
            <a:ext cx="3500078" cy="91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6603047" y="5195210"/>
            <a:ext cx="281552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5215" l="-17389" r="-65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9309941" y="5989677"/>
            <a:ext cx="281552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5553" l="-17389" r="-65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2018-10-10T06:25:28Z</dcterms:created>
  <dc:creator>Manish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0x010100F128F824FA5C2E49A72AC022E4D299AE</vt:lpwstr>
  </property>
</Properties>
</file>